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03" autoAdjust="0"/>
    <p:restoredTop sz="94545"/>
  </p:normalViewPr>
  <p:slideViewPr>
    <p:cSldViewPr snapToGrid="0">
      <p:cViewPr varScale="1">
        <p:scale>
          <a:sx n="88" d="100"/>
          <a:sy n="88" d="100"/>
        </p:scale>
        <p:origin x="6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ustomXml" Target="../customXml/item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79AA4-5345-50E7-A46E-AECB0D93B8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2AD53-5E04-956F-7FF4-D30839702C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B01D6-91F9-B9B1-24F1-78F0E2D51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2E6CC-99B3-E3D9-2187-D6A838722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0C650-948E-940F-9496-6ACDB0E92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0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9FCE1-298E-DC65-7B09-98D3B6E63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A25331-7A51-745F-4A3E-ED7A1DD70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11290B-7FAC-E987-FF64-4DFD1B592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EFAAA-598F-1267-F25D-77F0CF87A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FEA5-4D26-5766-81A0-B0AE5ACE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29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8AC8C-7E80-E10C-2C46-CB2CAD554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00768F-0305-63DE-7BE4-9D84B55BF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C97E0-CA7D-045E-1275-ECB5371006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C3938-CC28-5564-1546-1CE0F9427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AE730C-FFA1-1358-9819-45724B4F1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156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B6710-0AD6-A892-5E82-366A81B95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3D171-0A46-A5B6-8176-D9C574CCB8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ADE61B-F93E-F784-20A1-C3BEB2C8E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E8F538-264F-B59D-E5D2-03E6A20C5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AF678-1F53-D3B9-2CD1-4C2295756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65D02-236C-0A18-7EC6-EF7BB0D16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024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E230C-B333-0DA5-84D4-0E51447B4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B58BB-57D7-CB12-E7DC-C5B79C5C2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529D52-AB13-3D28-8956-53B35B4CA0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7F34F-8425-47A2-3A55-3C700F72D1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248DB0-3DC5-F0EF-4EBA-B3DD0C3622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937436-46BD-4D12-08C7-59792EFDF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AC36DE-A442-0C61-513D-98540D83E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777CD6-0169-D0B2-9E1A-8C50B711C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453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C8C369-31B8-B9EA-E7A2-1655A8E49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DB33F0-8BF6-8267-0305-E8315A9C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C28366-E7E8-1EDB-28D0-52666DA7A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F9D0AE-4C73-2864-41CF-D6F1A2C6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074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16614-BE82-3D41-23FC-492A14C1B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8D5E5-A78E-0BD6-56C6-A7A04F990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30930-91C4-4D3F-AD1A-F12A650D8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7576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DBE79-6A71-78F9-D111-EF4BFCC66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7DF5F-87B6-820F-1857-A5D342B22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E9D82-AD07-D206-26F6-5A2A1257E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8ADA90-E735-9C63-3E14-C98659356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46B52A-E499-A10B-AC4D-990C86E2B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18ABF-9F19-EC7E-C06F-220C7F8EA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11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825C7-B42B-A37C-5E37-EDB0E325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EE143-F722-2AED-BDEE-8574CC634D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EC88A9-0DEA-9502-3ABC-7E7EBF79AC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1B2C13-A695-D763-3D74-98C363685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D89441-601C-B606-2935-1396AAFB4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28E79E-5BFB-B06E-301B-7F4F0A0E8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605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CF93-8614-208E-3040-BC3BDA581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1E6C17-CB46-0FFF-26D0-BEBB396535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038D06-992B-DEE0-4F75-0453BBE71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FD175-3B7A-0D5C-B521-BA8F43C27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ECF6A-9DBD-05B4-3EC5-00DA470BA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52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18B0309-39FB-CA3E-33EC-C0C89B7858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E92A67-589C-DFAE-5812-21D5EAE984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F0F796-0669-BB75-2F2B-E200B0C11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C6AFF-88BA-41BD-8227-646867293F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C80B5-D7EB-8296-BCDA-63F91B92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4C350-0E5C-1FAC-BFBD-C229D81ED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524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D362DF-3354-1865-F6AC-4E7B9F2E4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A2527C-2F2B-F111-4CC5-7027C3E12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82EBB-CA72-9456-1629-F231A388BC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5C6AFF-88BA-41BD-8227-646867293FD3}" type="datetimeFigureOut">
              <a:rPr lang="en-US" smtClean="0"/>
              <a:t>6/4/26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2352A-A7A0-20E3-84DA-E91B8BCEB7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B7EF58-78C1-9C19-826B-584429A81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DBDAC8-D465-4CA9-8B54-AA72EEA2FC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5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w3css/tryw3css_templates_startup.htm" TargetMode="External"/><Relationship Id="rId2" Type="http://schemas.openxmlformats.org/officeDocument/2006/relationships/hyperlink" Target="https://www.w3schools.com/w3css/w3css_templates.as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A1A79-21A8-6FA7-58B3-F69FAE87B4D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33EB86-2C2F-765B-2834-A3A4ACCAC6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Design a Website Using HTML and CSS</a:t>
            </a:r>
          </a:p>
        </p:txBody>
      </p:sp>
    </p:spTree>
    <p:extLst>
      <p:ext uri="{BB962C8B-B14F-4D97-AF65-F5344CB8AC3E}">
        <p14:creationId xmlns:p14="http://schemas.microsoft.com/office/powerpoint/2010/main" val="41480672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5B84A-94D2-62CD-1555-DBBDD2D77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2352A-3AD7-9846-3C60-EFF6ADCD7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Students will build a responsive website using HTML and CSS.</a:t>
            </a:r>
          </a:p>
          <a:p>
            <a:r>
              <a:rPr lang="en-US" dirty="0"/>
              <a:t>The final website should include their own content, images, colors, and layout adjustments accordingly.</a:t>
            </a:r>
            <a:endParaRPr lang="en-US" sz="1800" b="1" dirty="0"/>
          </a:p>
          <a:p>
            <a:r>
              <a:rPr lang="en-US" sz="1800" b="1" dirty="0"/>
              <a:t>Templates as references: </a:t>
            </a:r>
          </a:p>
          <a:p>
            <a:pPr lvl="1"/>
            <a:r>
              <a:rPr lang="en-US" sz="1400" b="1" dirty="0">
                <a:hlinkClick r:id="rId2"/>
              </a:rPr>
              <a:t>https://www.w3schools.com/w3css/w3css_templates.asp</a:t>
            </a:r>
            <a:endParaRPr lang="en-US" sz="1400" b="1" dirty="0"/>
          </a:p>
          <a:p>
            <a:pPr lvl="1"/>
            <a:r>
              <a:rPr lang="en-US" sz="1400" b="1" dirty="0">
                <a:hlinkClick r:id="rId3"/>
              </a:rPr>
              <a:t>https://www.w3schools.com/w3css/tryw3css_templates_startup.htm</a:t>
            </a:r>
            <a:r>
              <a:rPr lang="en-US" sz="1400" b="1" dirty="0"/>
              <a:t> 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9978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EEF5-03F6-4E27-29F0-5777D4EE73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Student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D412BC-1486-25EC-FEFF-79854A6D5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Students must create a website for one of these topics:</a:t>
            </a:r>
          </a:p>
          <a:p>
            <a:r>
              <a:rPr lang="en-US" dirty="0"/>
              <a:t>School club website</a:t>
            </a:r>
          </a:p>
          <a:p>
            <a:r>
              <a:rPr lang="en-US" dirty="0"/>
              <a:t>Small business website</a:t>
            </a:r>
          </a:p>
          <a:p>
            <a:r>
              <a:rPr lang="en-US" dirty="0"/>
              <a:t>Personal startup idea</a:t>
            </a:r>
          </a:p>
          <a:p>
            <a:r>
              <a:rPr lang="en-US" dirty="0"/>
              <a:t>Restaurant or coffee shop website</a:t>
            </a:r>
          </a:p>
          <a:p>
            <a:r>
              <a:rPr lang="en-US" dirty="0"/>
              <a:t>IT service company website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050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4D392-9276-45F9-5B8C-539CD4CDD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93F739-94DB-1028-6F91-898C484C3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The website should include these Pages with navigation, content blocks, and footer.</a:t>
            </a:r>
          </a:p>
          <a:p>
            <a:r>
              <a:rPr lang="en-US" dirty="0"/>
              <a:t>Navigation bar</a:t>
            </a:r>
          </a:p>
          <a:p>
            <a:pPr lvl="1"/>
            <a:r>
              <a:rPr lang="en-US" dirty="0"/>
              <a:t>Home page</a:t>
            </a:r>
          </a:p>
          <a:p>
            <a:pPr lvl="1"/>
            <a:r>
              <a:rPr lang="en-US" dirty="0"/>
              <a:t>About page</a:t>
            </a:r>
          </a:p>
          <a:p>
            <a:pPr lvl="1"/>
            <a:r>
              <a:rPr lang="en-US" dirty="0"/>
              <a:t>Pricing or services page</a:t>
            </a:r>
          </a:p>
          <a:p>
            <a:pPr lvl="1"/>
            <a:r>
              <a:rPr lang="en-US" dirty="0"/>
              <a:t>Contact page</a:t>
            </a:r>
          </a:p>
          <a:p>
            <a:r>
              <a:rPr lang="en-US" dirty="0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5679759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1C972-D097-EE76-7910-05D5300E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F92C4-8F6F-4E00-DA5A-B6CF24B54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Students will be required to </a:t>
            </a:r>
          </a:p>
          <a:p>
            <a:r>
              <a:rPr lang="en-US" dirty="0"/>
              <a:t>Do a demo of their website</a:t>
            </a:r>
          </a:p>
          <a:p>
            <a:r>
              <a:rPr lang="en-US" dirty="0"/>
              <a:t>Submit project source code by using </a:t>
            </a:r>
            <a:r>
              <a:rPr lang="en-US" dirty="0" err="1"/>
              <a:t>github</a:t>
            </a:r>
            <a:r>
              <a:rPr lang="en-US"/>
              <a:t> repository URL.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673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792F0002EE4D4C8BA1097E9FEA8B7E" ma:contentTypeVersion="3" ma:contentTypeDescription="Create a new document." ma:contentTypeScope="" ma:versionID="049949b56d061924328041877742eb83">
  <xsd:schema xmlns:xsd="http://www.w3.org/2001/XMLSchema" xmlns:xs="http://www.w3.org/2001/XMLSchema" xmlns:p="http://schemas.microsoft.com/office/2006/metadata/properties" xmlns:ns2="bcea2fe8-655d-42d0-a0fb-b78a2b15874b" targetNamespace="http://schemas.microsoft.com/office/2006/metadata/properties" ma:root="true" ma:fieldsID="75bd22e8b9fe6d7cb7aba90fd9ff1c27" ns2:_="">
    <xsd:import namespace="bcea2fe8-655d-42d0-a0fb-b78a2b1587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ea2fe8-655d-42d0-a0fb-b78a2b1587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C22603D-06DB-4F9F-A198-8C2D1C715E4F}"/>
</file>

<file path=customXml/itemProps2.xml><?xml version="1.0" encoding="utf-8"?>
<ds:datastoreItem xmlns:ds="http://schemas.openxmlformats.org/officeDocument/2006/customXml" ds:itemID="{D9CE1889-F84B-4E2A-9647-523FD3B3B661}"/>
</file>

<file path=customXml/itemProps3.xml><?xml version="1.0" encoding="utf-8"?>
<ds:datastoreItem xmlns:ds="http://schemas.openxmlformats.org/officeDocument/2006/customXml" ds:itemID="{04411032-F622-448C-9904-47DADDE71DB6}"/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156</Words>
  <Application>Microsoft Macintosh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Assignment</vt:lpstr>
      <vt:lpstr>Objective</vt:lpstr>
      <vt:lpstr>Student task</vt:lpstr>
      <vt:lpstr>Scopes</vt:lpstr>
      <vt:lpstr>Submission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365 Pro Plus</dc:creator>
  <cp:lastModifiedBy>365 Pro Plus</cp:lastModifiedBy>
  <cp:revision>8</cp:revision>
  <dcterms:created xsi:type="dcterms:W3CDTF">2026-05-22T07:54:41Z</dcterms:created>
  <dcterms:modified xsi:type="dcterms:W3CDTF">2026-06-04T02:38:50Z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0x01010069792F0002EE4D4C8BA1097E9FEA8B7E</vt:lpwstr>
  </property>
</Properties>
</file>